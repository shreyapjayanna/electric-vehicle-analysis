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95" d="100"/>
          <a:sy n="95" d="100"/>
        </p:scale>
        <p:origin x="11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1">
            <a:extLst>
              <a:ext uri="{FF2B5EF4-FFF2-40B4-BE49-F238E27FC236}">
                <a16:creationId xmlns:a16="http://schemas.microsoft.com/office/drawing/2014/main" id="{2EF97275-8756-4869-91FC-D3A0A5DE55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Electric Vehicle Analysis</a:t>
            </a:r>
            <a:br>
              <a:rPr lang="en-US" dirty="0"/>
            </a:br>
            <a:r>
              <a:rPr lang="en-US" dirty="0"/>
              <a:t>(Tableau)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" descr="Story 11">
            <a:extLst>
              <a:ext uri="{FF2B5EF4-FFF2-40B4-BE49-F238E27FC236}">
                <a16:creationId xmlns:a16="http://schemas.microsoft.com/office/drawing/2014/main" id="{A36C69A3-078B-46B7-98FE-4FB121962F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lide3" descr="Story 12">
            <a:extLst>
              <a:ext uri="{FF2B5EF4-FFF2-40B4-BE49-F238E27FC236}">
                <a16:creationId xmlns:a16="http://schemas.microsoft.com/office/drawing/2014/main" id="{3EC49AC4-4339-4901-B36D-2C11197A9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4" descr="Story 13">
            <a:extLst>
              <a:ext uri="{FF2B5EF4-FFF2-40B4-BE49-F238E27FC236}">
                <a16:creationId xmlns:a16="http://schemas.microsoft.com/office/drawing/2014/main" id="{FC23D491-3184-4EB8-89DB-BD664FEE12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de5" descr="Story 14">
            <a:extLst>
              <a:ext uri="{FF2B5EF4-FFF2-40B4-BE49-F238E27FC236}">
                <a16:creationId xmlns:a16="http://schemas.microsoft.com/office/drawing/2014/main" id="{57DD7542-AAB1-4A8A-B65C-C2A7D6844C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Office PowerPoint</Application>
  <PresentationFormat>Widescreen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Electric Vehicle Analysis (Tableau)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Shreya Pavadashettar Jayanna</cp:lastModifiedBy>
  <cp:revision>2</cp:revision>
  <dcterms:created xsi:type="dcterms:W3CDTF">2025-12-19T23:47:43Z</dcterms:created>
  <dcterms:modified xsi:type="dcterms:W3CDTF">2025-12-19T23:57:45Z</dcterms:modified>
</cp:coreProperties>
</file>