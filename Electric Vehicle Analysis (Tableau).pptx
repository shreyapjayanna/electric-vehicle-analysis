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EF97275-8756-4869-91FC-D3A0A5DE554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HW_Assignment_Final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2AF3452-88F5-448A-B9C9-1CEC4446B62A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12/19/2025 6:47:42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A36C69A3-078B-46B7-98FE-4FB121962F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3" name="slide3">
            <a:extLst>
              <a:ext uri="{FF2B5EF4-FFF2-40B4-BE49-F238E27FC236}">
                <a16:creationId xmlns:a16="http://schemas.microsoft.com/office/drawing/2014/main" id="{3EC49AC4-4339-4901-B36D-2C11197A97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4" name="slide4">
            <a:extLst>
              <a:ext uri="{FF2B5EF4-FFF2-40B4-BE49-F238E27FC236}">
                <a16:creationId xmlns:a16="http://schemas.microsoft.com/office/drawing/2014/main" id="{FC23D491-3184-4EB8-89DB-BD664FEE12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5" name="slide5">
            <a:extLst>
              <a:ext uri="{FF2B5EF4-FFF2-40B4-BE49-F238E27FC236}">
                <a16:creationId xmlns:a16="http://schemas.microsoft.com/office/drawing/2014/main" id="{57DD7542-AAB1-4A8A-B65C-C2A7D6844C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2025-12-19T23:47:43Z</dcterms:created>
  <dcterms:modified xsi:type="dcterms:W3CDTF">2025-12-19T23:47:43Z</dcterms:modified>
</cp:coreProperties>
</file>